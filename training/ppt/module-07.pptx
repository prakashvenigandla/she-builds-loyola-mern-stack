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109728" cy="5257800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3268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0D6C9"/>
                </a:solidFill>
                <a:latin typeface="Aptos"/>
              </a:rPr>
              <a:t>MODULE 07  /  15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17904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Full Stack Integration, APIs &amp;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1868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AE7E5"/>
                </a:solidFill>
                <a:latin typeface="Aptos"/>
              </a:rPr>
              <a:t>A practical MERN course for engineering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096512"/>
            <a:ext cx="9875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BUILD THREAD   Register an attendee for an event and restrict organizer actions to permitted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FC6C5"/>
                </a:solidFill>
                <a:latin typeface="Aptos"/>
              </a:rPr>
              <a:t>Explain it  /  demonstrate it  /  build it  /  verify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By the end of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Trace a complete client-to-database workflow and protect it with authentication and authorization.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Students should explain the concept in their own words, not just repeat a definition.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Follow the concept through the Campus Event Desk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running scenario keeps technical ideas connected to a user and a real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Connect the event UI, API, and database; test successful registration and an organizer-only action as both permitted and denied users.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paired lab is the evidence of learning; the deck supports it rather than replacing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MERN architecture and integration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MERN stack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React renders the client, Express/Node handles API rules, and MongoDB persists data; each boundary has a contract.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React calls an Express route that reads/writes an Event model in MongoDB.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Frontend-backend communication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client service sends HTTP requests and translates response states into user-visible behavior.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registration button sends a POST and displays confirmation only after success.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Data flow across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Data is validated at trust boundaries, transformed as needed, persisted, and returned with a defined shape.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UI form values become a validated API body, a database record, then a confirmation response.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MERN architecture and integration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Connect React, Express and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Configure the client API base URL, server routes, and database connection per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Local React at one port calls the API at another, which uses a local or sandbox MongoDB.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End-to-end CRUD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End-to-end operations prove that UI, API, and persistence work together for a user task.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Create an event, reload the browser, and confirm it still appears from the database.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Reusable services and folder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Separating UI, API, models, middleware, and configuration makes responsibilities easier to locate and test.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Keep `eventApi` calls outside the visual `EventCard` component.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Authentication and authorization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Registration and 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Registration creates an identity; login verifies credentials and establishes an authenticated session/token.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test student account logs in before viewing their own registrations.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Password hashing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Store a salted password hash using a maintained password-hashing library; never store or log plaintext passwords.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On login, compare the submitted password with the stored hash using the library.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JWT authentication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signed JWT conveys claims that a server verifies; signing does not encrypt its payload, and expiry/secret handling matter.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token can identify a user ID and expiry, but should not contain a password or sensitive profile.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Authentication and authorization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Role-based access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RBAC grants actions based on roles and resource rules; the server must enforce permission on each protected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An organizer may edit event details while a student may only register.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Protected routes and 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protected UI route guides navigation; backend authorization is the security boundary for data/actions.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Directly call the organizer endpoint as a student and verify a 403 response.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Files, configuration and security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File uploads and image 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Uploads require limits, type validation, safe names, and a storage policy; avoid trusting the client filename or MIME claim alone.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Allow only bounded image uploads for an event poster and store outside the application source tree.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Profile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Profile APIs should expose only necessary fields and enforce ownership or role checks.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student can update their own display name but cannot change their account role.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Files, configuration and security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Security 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Use least privilege, validate inputs, protect secrets, limit sensitive data, and keep dependencies maintained.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Do not return password hashes in a registration response.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Environment configuration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Separate development/test/production config and inject secrets at runtime through the deployment environment.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Read the token signing secret from configuration; never commit its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PAIRED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Practice, then 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1 /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Connect the event UI, API, and database; test successful registration and an organizer-only action as both permitted and denied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the matching hands-on instructions in training/hands-on.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2 /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a normal case, a boundary case, and a failure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Write down what you observed; do not mark a feature complete from appearance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3 /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What decision did you make, and what evidence supports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short partner walkthrough reveals whether the idea is understood and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RECALL AND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72768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 one minute: explain one concept, give a new example, and name one question you still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272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6F52"/>
                </a:solidFill>
                <a:latin typeface="Aptos"/>
              </a:rPr>
              <a:t>SAVE AS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11296"/>
            <a:ext cx="10195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716C"/>
                </a:solidFill>
                <a:latin typeface="Aptos"/>
              </a:rPr>
              <a:t>One working artifact  +  one test/check  +  one sentence describing your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983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1656C"/>
                </a:solidFill>
                <a:latin typeface="Aptos"/>
              </a:rPr>
              <a:t>Next step: revisit the paired demo or lab before moving to the next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