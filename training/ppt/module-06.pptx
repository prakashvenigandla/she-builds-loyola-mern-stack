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713232"/>
            <a:ext cx="109728" cy="5257800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932688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0D6C9"/>
                </a:solidFill>
                <a:latin typeface="Aptos"/>
              </a:rPr>
              <a:t>MODULE 06  /  10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17904"/>
            <a:ext cx="99669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MongoDB Database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218688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DAE7E5"/>
                </a:solidFill>
                <a:latin typeface="Aptos"/>
              </a:rPr>
              <a:t>A practical MERN course for engineering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4096512"/>
            <a:ext cx="98755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BUILD THREAD   Persist events and answer organizer questions about categories and remaining stock/seats.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5806440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FC6C5"/>
                </a:solidFill>
                <a:latin typeface="Aptos"/>
              </a:rPr>
              <a:t>Explain it  /  demonstrate it  /  build it  /  verify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LEARNING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By the end of this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Model event data, perform CRUD/query operations, and explain a useful index or aggregation.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Students should explain the concept in their own words, not just repeat a definition.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SEE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Follow the concept through the Campus Event Desk example.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The running scenario keeps technical ideas connected to a user and a real workflow.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BUILD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Create the event schema and query set, including sorted open events and a grouped category report. Explain why each field or index exists.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The paired lab is the evidence of learning; the deck supports it rather than replacing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02  / 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Database foundations and MongoDB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Data storage 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database persists structured information so it remains available beyond one running process.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Event records remain after the API server restarts.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SQL vs NoSQL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Relational databases organize related tables with schemas and joins; document databases store flexible documents and related collections.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An event document can keep venue details together; analytics may still use a relational model well.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Database design principles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Model around data ownership, consistency rules, expected reads/writes, and data lifecycle—not just fields on a screen.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Keep registrations separate if they grow independently from an event's details.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03  / 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Database foundations and MongoDB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MongoDB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MongoDB stores BSON documents in collections inside databases and supports queries and indexes over fields.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The `campus_events` database contains an `events` collection.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Collections and documents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collection groups documents; each document stores named fields and has a unique `_id`.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`{ _id, title, venue, seats }` is one event document.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BSON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BSON is MongoDB's binary-encoded document format with types beyond plain JSON, including ObjectId and dates.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Store `startsAt` as a date value rather than a formatted display string.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04  / 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CRUD and query patterns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Insert and 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Insert creates documents; read queries select documents matching a filter.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Insert a workshop, then find all events whose status is `open`.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Update and delete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Update modifies selected fields/documents; delete removes selected documents, so filters should be deliberate.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Update seats by event `_id`; verify the changed document with a follow-up read.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05  / 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CRUD and query patterns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Filters and query operators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Filters match field values; operators express comparisons and logical conditions.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Find events with `seats: { $gt: 0 }` to list those with capacity.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Sorting and pagination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Sort produces predictable order; pagination limits result size and uses a stable order to avoid duplicates/skips.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Sort by start date then `_id`, and request 10 events after a cursor.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06  / 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Aggregation, Mongoose and performance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Aggregation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An aggregation pipeline transforms documents through ordered stages such as match, group, project, and sort.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Match published events, group by category, and count each group.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Grouping and calculations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Group stage collects documents by a key and computes accumulators such as sum, average, or count.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Group registrations by event and sum the number of seats reserved.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Mongoose ODM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Mongoose maps application objects to MongoDB documents and provides schemas, models, validation, and middleware.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Use `Event.find({ status: 'open' })` through the Event model.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07  / 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Aggregation, Mongoose and performance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Schemas and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schema describes expected fields and validation; a model provides operations for that document type.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Require a title and restrict seats to a nonnegative number in the Event schema.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Relationships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References connect independently managed documents; embedding can be simpler when related data is small and read together.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Reference the event ID from each registration rather than copying full event details.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Indexing and query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An index can speed matching/sorting at the cost of storage and slower writes; create it for measured query patterns.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Index `status` and `startsAt` if the common open-events query filters and sorts on them.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08  / 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PAIRED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Practice, then 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1 /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Create the event schema and query set, including sorted open events and a grouped category report. Explain why each field or index exists.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Use the matching hands-on instructions in training/hands-on.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2 / 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Test a normal case, a boundary case, and a failure case.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Write down what you observed; do not mark a feature complete from appearance alone.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3 / EXPLAIN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What decision did you make, and what evidence supports 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short partner walkthrough reveals whether the idea is understood and working.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09  /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RECALL AND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Exit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72768"/>
            <a:ext cx="10241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In one minute: explain one concept, give a new example, and name one question you still have.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12724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6F52"/>
                </a:solidFill>
                <a:latin typeface="Aptos"/>
              </a:rPr>
              <a:t>SAVE AS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511296"/>
            <a:ext cx="101955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0716C"/>
                </a:solidFill>
                <a:latin typeface="Aptos"/>
              </a:rPr>
              <a:t>One working artifact  +  one test/check  +  one sentence describing your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98348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1656C"/>
                </a:solidFill>
                <a:latin typeface="Aptos"/>
              </a:rPr>
              <a:t>Next step: revisit the paired demo or lab before moving to the next module.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10  /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