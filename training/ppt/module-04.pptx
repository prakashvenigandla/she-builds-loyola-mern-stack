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04  /  25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React.js Frontend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Compose a student-facing event browser from reusable UI and data-flow boundaries.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Build a reusable React event browser with controlled state, navigation, and API states.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Complete the searchable event browser with components, form feedback, and optional event routes/API integration; explain one state ownership decision.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React mental model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React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React builds user interfaces from components that render from data and update when state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Changing a search query rerenders the visible event results.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Virtual 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React describes desired UI output and reconciles changes to update the browser DOM; it is a programming model, not a guarantee every app is faster.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Changing one registration status updates the relevant rendered UI from new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React mental model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JSX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JSX is syntax for describing UI in JavaScript; expressions use braces and components use capitalized names.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`&lt;EventCard title={event.title} /&gt;` passes a value into a component.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Project structure and app creation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React project separates entry point, components, pages, assets, and services; scaffolding provides build and dev tooling.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Place shared event API calls in a service instead of embedding URLs in every card.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Components, props and composition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Functional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component is a function that returns UI for its inputs and state.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`function EventCard({ event }) { return &lt;article&gt;{event.title}&lt;/article&gt; }`.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Reusable components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Reuse a component when the same presentation/behavior appears with different data; avoid abstractions that hide simple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Render 20 events with one `EventCard` implementation.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Components, props and composition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Props and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Props are read-only inputs passed from a parent to a child; data generally flows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list passes each event and an `onRegister` handler to its card.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Component 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Composition combines small components through nesting and children rather than building one oversized component.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An `EventPage` composes `SearchBar`, `EventList`, and `RegistrationDialog`.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State and hooks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State versus props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Props come from a parent; state is data a component owns and updates over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An event title is a prop; a local open/closed dialog flag is state.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`useState`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`useState` stores local component state and returns its current value and setter.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Store the current search string with `const [query, setQuery] = useState('')`.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State updates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State setters schedule a render; when next state depends on previous state, use the functional updater form.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`setCount((count) =&gt; count + 1)` avoids relying on a stale count.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State and hooks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State lifting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Lift shared state to the nearest common ancestor when multiple components need to read or update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Keep search text in the page if both toolbar and event list depend on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`useEffect`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Effects synchronize with external systems after render; dependencies describe which reactive values the effect uses.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Fetch events when the page mounts or the selected category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State and hooks  /  Part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`useRef`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ref stores a mutable value that does not trigger rendering; it can also reference a DOM element.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Focus the email input after opening the registration dialog.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Custom hooks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custom hook extracts reusable stateful logic while following the Rules of Hooks.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`useEvents(category)` can own loading, data, and error state for event fetching.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Interactions, forms and navigation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Event handling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Pass a function to an event prop; do not call it during render unless the call is intentionally producing a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`onClick={() =&gt; onRegister(event.id)}` registers only after the click.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Controlled 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controlled input takes its displayed value from React state and updates it through an event handler.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`value={email}` and `onChange` keep the current form value explicit.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Form validation and dynamic forms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Validate required fields and relationships; derive repeated controls from data while preserving stable keys.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Show one attendee field per selected ticket and reject an empty email.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Interactions, forms and navigation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React Router and navigation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Client-side routing maps URLs to views without a full document reload; links preserve browser navigation behavior.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`/events/42` renders details for event 42.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Route parameters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Route parameters are URL segments that identify a resource and should be validated before use.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Read `eventId` from `/events/:eventId`, then request the matching record.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Protected routes basics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protected UI route improves navigation but server authorization must still protect private data/actions.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Hide organizer tools for students, and separately enforce organizer role in the API.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11  / 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APIs, shared state and quality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Fetch and Axios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Fetch is built into browsers; Axios is a library with additional request/response conveniences. Both need clear error handling.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service function requests `/api/events` and returns parsed event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GET, POST, PUT, 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HTTP methods express resource intent: read, create, replace/update, and remove; APIs should define consistent contracts.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GET for events and POST for a new registration.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API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Represent loading, success, empty, and error as distinct states so a failure is not mistaken for no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Show “Could not load events” on network failure and preserve a retry action.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12  / 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APIs, shared state and quality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Context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Context shares values across a subtree without passing props through every intermediate component; overuse hides dependencies.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Share current user identity with navigation and profile views.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Lazy loading and code splitting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Lazy loading defers loading a component until needed; code splitting divides bundles into smaller chunks.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Load a rarely used organizer report when its route is visited.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13  / 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APIs, shared state and quality  /  Part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Memoization concepts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Memoization can skip repeated work when inputs are unchanged; measure first because it adds complexity.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Profile a large event filter before memoizing its expensive calculation.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Responsive components and UI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Components should work at available widths and expose consistent states, semantics, and interaction patterns.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An event card stacks date above title on a narrow screen and keeps actions keyboard-accessible.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14  / 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Complete the searchable event browser with components, form feedback, and optional event routes/API integration; explain one state ownership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15  /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16  / 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