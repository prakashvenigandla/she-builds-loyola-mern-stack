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713232"/>
            <a:ext cx="109728" cy="5257800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932688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80D6C9"/>
                </a:solidFill>
                <a:latin typeface="Aptos"/>
              </a:rPr>
              <a:t>MODULE 10  /  6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517904"/>
            <a:ext cx="99669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Interview Preparation &amp; Placement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218688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DAE7E5"/>
                </a:solidFill>
                <a:latin typeface="Aptos"/>
              </a:rPr>
              <a:t>A practical MERN course for engineering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4096512"/>
            <a:ext cx="987552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BUILD THREAD   Practice explaining a capstone contribution honestly and clearly to a technical interviewer.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5806440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FC6C5"/>
                </a:solidFill>
                <a:latin typeface="Aptos"/>
              </a:rPr>
              <a:t>Explain it  /  demonstrate it  /  build it  /  verify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LEARNING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By the end of this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Solve a basic coding prompt aloud and present verifiable project and portfolio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Students should explain the concept in their own words, not just repeat a definition.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SEE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Follow the concept through the Campus Event Desk example.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The running scenario keeps technical ideas connected to a user and a real workflow.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BUILD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Complete a timed but supportive coding interview, a 90-second project pitch, and one portfolio improvement. Keep feedback specific and actionable.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The paired lab is the evidence of learning; the deck supports it rather than replacing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02  / 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Coding assessment foundations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Arrays and strings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Arrays keep ordered items; strings represent text. Clarify indexing and empty-input behavior before solving.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Scan registration IDs in an array to find a repeated value.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Hashing basics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hash map/set provides average constant-time lookup by key, using extra memory to trade for speed.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Use a Set to remember IDs already encountered.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03  / 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Coding assessment foundations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Sorting and searching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Sorting orders values; searching locates a target. Binary search requires sorted input and halves the search range.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Sort events by date for display; binary-search IDs only if the list is sorted.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Problem-solving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Restate the prompt, ask constraints, work examples, choose a simple approach, test edge cases, then discuss complexity.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Trace `[4, 8, 4]` and `[]` before coding the duplicate-ID solution.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04  / 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Professional profile and communication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Resume building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resume summarizes relevant evidence in concise, truthful, role-aligned language.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Describe your API contribution with its tested behavior rather than claiming the whole team project.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GitHub portfolio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portfolio makes code and project outcomes inspectable through focused repositories, setup notes, and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Add a README with a screenshot, run steps, tests, and your contribution.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LinkedIn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professional profile states skills and interests consistently with verifiable projects and experience.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Link the deployed capstone and describe your role accurately.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05  / 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Professional profile and communication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Self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concise introduction connects current study, relevant skill, evidence, and the role of interest.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“I study computing, built a MERN event flow, and focused on server-side validation.”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Group discussions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Effective discussion combines clear points, active listening, relevant evidence, and space for others.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Build on a classmate's point with a concrete example, then invite another 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Presentation 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technical presentation gives the audience a clear path through problem, solution, evidence, and limitations.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Demo one working registration and explain one known limitation.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06  / 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Interview practice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Technical interviews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Technical interviews assess reasoning and communication as well as code; clarification and testing are part of the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Ask whether duplicate IDs can appear before selecting the solution structure.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HR and behavioral interviews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Behavioral responses use a real situation, your task, your actions, and a concrete result/lesson.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Explain how you unblocked a team integration issue and what you learned.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07  / 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Interview practice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Mock interviews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Mock interviews build familiarity through realistic practice and specific, actionable feedback.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Give one strength and one next step after a ten-minute peer interview.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Placement readiness portfolio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placement portfolio brings resume, profile, projects, documentation, and a concise pitch into a coherent evidence set.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Check that the portfolio's live link works and each claim maps to project evidence.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08  / 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PAIRED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Practice, then check your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1 /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Complete a timed but supportive coding interview, a 90-second project pitch, and one portfolio improvement. Keep feedback specific and actionable.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Use the matching hands-on instructions in training/hands-on.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2 / 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Test a normal case, a boundary case, and a failure case.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Write down what you observed; do not mark a feature complete from appearance alone.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3 / EXPLAIN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What decision did you make, and what evidence supports it?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short partner walkthrough reveals whether the idea is understood and working.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09  / 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RECALL AND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Exit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72768"/>
            <a:ext cx="10241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In one minute: explain one concept, give a new example, and name one question you still have.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127248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6F52"/>
                </a:solidFill>
                <a:latin typeface="Aptos"/>
              </a:rPr>
              <a:t>SAVE AS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511296"/>
            <a:ext cx="101955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0716C"/>
                </a:solidFill>
                <a:latin typeface="Aptos"/>
              </a:rPr>
              <a:t>One working artifact  +  one test/check  +  one sentence describing your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98348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1656C"/>
                </a:solidFill>
                <a:latin typeface="Aptos"/>
              </a:rPr>
              <a:t>Next step: revisit the paired demo or lab before moving to the next module.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10  /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