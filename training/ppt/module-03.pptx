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03  /  15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Advanced JavaScript (ES6+) &amp;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Fetch event information, show network states, and submit a reviewed feature branch.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Load remote data safely and collaborate through small, reviewable Git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Implement an event feed with loading, error, and empty states on a feature branch; request peer review and verify the diff.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Modern JavaScript syntax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`let` and `const`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`const` prevents rebinding; `let` allows rebinding. Both are block-scoped and usually preferred over `var`.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Keep `const events = []`; use `let page = 1` only if page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Arrow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Arrow functions provide concise function syntax and inherit `this` from their surrounding scope.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`events.filter((event) =&gt; event.isOpen)` keeps the filtering rule readable.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Template literals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Backticks allow interpolation and multi-line strings without manual concatenation.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`` `Hello, ${studentName}` `` creates a personalized local greeting.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Modern JavaScript syntax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Destructuring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Destructuring extracts named or indexed values from objects and arrays.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`const { title, venue } = event` names the two fields a card needs.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Spread and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Spread expands iterable/object values; rest gathers remaining values into one array or object.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`const next = [...events, newEvent]` creates a new array without mutating the old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Modules split code into files with explicit exports and imports, making dependencies easier to see.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Export `fetchEvents` from `eventApi.js` and import it in the page component.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Asynchronous code and HTTP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Callbacks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callback is a function passed to another operation to run later; deeply nested callbacks can obscure control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timer callback runs after a delay; network APIs historically used callbacks for completion.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Promises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Promise represents a future result and can be pending, fulfilled, or rejected.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`fetch(url).then(readResponse).catch(showError)` chains response handling.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Asynchronous code and HTTP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Async/await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`async` functions return Promises; `await` makes Promise-based code read sequentially while remaining asynchronous.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`const response = await fetch(url)` waits for the response before parsing JSON.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Fetch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`fetch` sends HTTP requests; callers must check `response.ok` because HTTP error statuses do not automatically reject the Promise.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404 can still resolve, so check status before rendering event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Debugging and reliable failures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Error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Handle expected failures at the boundary and show useful user feedback without exposing internal details.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failed event fetch displays Retry instead of an empty list that looks successful.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Debugging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Console, debugger, and network panels help inspect values, call stacks, requests, and response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Inspect a failed request's URL and status before changing the rendering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Debugging and reliable failures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Try/catch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`try/catch` handles exceptions from awaited operations and keeps failure behavior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Catch JSON/network errors and set an error state for the event list.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Common JavaScript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Syntax, reference, type, and async errors have different causes; use the first relevant stack frame and reproduce reliably.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misspelled `event.titel` yields undefined; inspect the object shape and correct the field 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Git and GitHub collaboration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Version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Version control records project changes over time so developers can compare, restore, and collaborate.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commit shows exactly when the event filter was added.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Repository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repository holds tracked files and history; `.gitignore` excludes generated files and local secrets.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Commit source, not `node_modules` or `.env`.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Branching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branch isolates a line of work so a feature can be developed without destabilizing the shared 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Create `feature/event-search` from the current main branch.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Git and GitHub collaboration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Pull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pull request proposes a branch for review, discussion, checks, and eventual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Describe the search behavior, tests, and known limitation in the PR.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Merge conflicts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merge conflict occurs when Git cannot reconcile overlapping edits; a person chooses the intended combined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Keep both a teammate's venue field and your search logic, then run the page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Implement an event feed with loading, error, and empty states on a feature branch; request peer review and verify the diff.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