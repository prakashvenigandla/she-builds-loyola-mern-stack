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109728" cy="5257800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3268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0D6C9"/>
                </a:solidFill>
                <a:latin typeface="Aptos"/>
              </a:rPr>
              <a:t>MODULE 08  /  10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17904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Deployment, Testing &amp; DevOps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1868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AE7E5"/>
                </a:solidFill>
                <a:latin typeface="Aptos"/>
              </a:rPr>
              <a:t>A practical MERN course for engineering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096512"/>
            <a:ext cx="9875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BUILD THREAD   Release the event application safely and diagnose a failed registration after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FC6C5"/>
                </a:solidFill>
                <a:latin typeface="Aptos"/>
              </a:rPr>
              <a:t>Explain it  /  demonstrate it  /  build it  /  verify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By the end of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key behaviors, configure environments, and verify a release from build to live smoke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Students should explain the concept in their own words, not just repeat a definition.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Follow the concept through the Campus Event Desk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running scenario keeps technical ideas connected to a user and a real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Add tests for one success and one failure, build for production, then complete the deployment smoke-test and recovery checklist.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paired lab is the evidence of learning; the deck supports it rather than replacing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Testing fundamentals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Importance of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Tests provide repeatable evidence that important behavior still works; they reduce risk but cannot prove absence of all defects.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regression test prevents a full event from accepting another attendee.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Unit, integration and functional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Unit tests check a small unit; integration tests check collaborating parts; functional tests validate user-visible behavior.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Unit-test a capacity rule, integration-test its API/database path, then test registration in the browser.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API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API tests assert request/response contracts including status, body, and important failure cases.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POST valid registration expects 201; POST without an event ID expects 400.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Testing fundamentals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Component and UI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Component tests verify rendered behavior and interaction; UI validation checks that users can perceive and operate the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Submitting an invalid form shows an associated error message.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Request validation and error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Failure-path tests ensure invalid input and unexpected conditions produce safe, useful outcomes.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An unknown event ID returns 404 and does not create a registration.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Build, configuration and hosting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Build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build transforms source into artifacts suited to production; successful compilation alone does not verify user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Build the React bundle, then separately smoke-test event listing.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Environment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Environment-specific values are injected at runtime and should not be committed or printed in logs.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Configure API URL and database connection in the host's secret/config settings.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Production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Production settings enable safe error handling, correct origins, secure cookies/HTTPS, and appropriate resource limits.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Do not use a development wildcard CORS policy for a public production API.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Build, configuration and hosting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Frontend, backend and database hosting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full-stack release may involve separately hosted client, API, and database services with network permissions between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Confirm the hosted frontend can reach the API and the API can reach the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Domain and SSL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DNS maps a domain to a service; TLS certificates encrypt and authenticate HTTPS connections.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Check the deployed event URL loads over HTTPS without certificate warnings.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DevOps and operations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DevOps combines development and operations practices to deliver changes reliably through automation, feedback, and shared ownership.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Developers own a tested release and inspect production logs after deployment.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Continuous integration runs automated checks on changes; continuous delivery/deployment prepares or releases validated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pull request triggers install, tests, and build before merge.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GitHub Actions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workflow file defines automated jobs triggered by repository events; credentials should be scoped and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Run `npm test` and `npm run build` on each pull request without deploying secrets to untrusted forks.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DevOps and operations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Logging and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Logs record events for diagnosis; monitoring tracks service health and performance over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request ID links a sanitized API error log to a failing registration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Error tracking and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Error tracking groups failures; performance measures help identify slow routes or resources worth improving.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Measure event-list response time before deciding that an index is required.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PAIRED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Practice, then 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1 /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Add tests for one success and one failure, build for production, then complete the deployment smoke-test and recovery checklist.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the matching hands-on instructions in training/hands-on.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2 /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a normal case, a boundary case, and a failure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Write down what you observed; do not mark a feature complete from appearance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3 /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What decision did you make, and what evidence supports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short partner walkthrough reveals whether the idea is understood and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RECALL AND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72768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 one minute: explain one concept, give a new example, and name one question you still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272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6F52"/>
                </a:solidFill>
                <a:latin typeface="Aptos"/>
              </a:rPr>
              <a:t>SAVE AS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11296"/>
            <a:ext cx="10195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716C"/>
                </a:solidFill>
                <a:latin typeface="Aptos"/>
              </a:rPr>
              <a:t>One working artifact  +  one test/check  +  one sentence describing your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983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1656C"/>
                </a:solidFill>
                <a:latin typeface="Aptos"/>
              </a:rPr>
              <a:t>Next step: revisit the paired demo or lab before moving to the next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