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109728" cy="5257800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3268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0D6C9"/>
                </a:solidFill>
                <a:latin typeface="Aptos"/>
              </a:rPr>
              <a:t>MODULE 02  /  10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17904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HTML, CSS &amp; JavaScript Fundamentals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1868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AE7E5"/>
                </a:solidFill>
                <a:latin typeface="Aptos"/>
              </a:rPr>
              <a:t>A practical MERN course for engineering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096512"/>
            <a:ext cx="9875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BUILD THREAD   Present one fictional campus workshop clearly on a phone and desktop.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FC6C5"/>
                </a:solidFill>
                <a:latin typeface="Aptos"/>
              </a:rPr>
              <a:t>Explain it  /  demonstrate it  /  build it  /  verify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By the end of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Build an accessible, responsive event page with a form that gives useful feedback.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Students should explain the concept in their own words, not just repeat a definition.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Follow the concept through the Campus Event Desk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running scenario keeps technical ideas connected to a user and a real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Build the accessible event card and registration form. Check valid/invalid submission, keyboard navigation, and two viewport widths.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paired lab is the evidence of learning; the deck supports it rather than replacing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02  / 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HTML structure and meaning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HTML5 and semantic 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HTML describes document structure; semantic elements communicate the role of content to browsers and assistive technology.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`&lt;main&gt;`, `&lt;article&gt;`, `&lt;h1&gt;`, and `&lt;footer&gt;` for the event page instead of generic containers everywhere.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Forms and input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form groups user input; each control needs an appropriate type, name, and associated label.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`&lt;label for='email'&gt;Email&lt;/label&gt;` with `&lt;input id='email' type='email'&gt;`.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Tables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Tables represent tabular data with row/column relationships, not general page layout.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schedule with session, time, and room is tabular; use `&lt;th&gt;` for column headings.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03  / 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HTML structure and meaning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Multimedia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Audio and video need controls and accessible alternatives; images need meaningful alternative text when informative.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festival photo gets a concise alt description; a decorative flourish gets empty alt text.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Accessibility basics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Accessible pages support keyboard use, meaningful labels, readable contrast, and understandable feedback.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Tab to Register and confirm a visible focus indicator appears.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04  / 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CSS layout and responsive design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Selectors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CSS selectors target elements by type, class, or relationship; specific, reusable classes are easier to maintain.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`.event-card` styles every event card without repeating inline styles.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Box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An element's rendered size includes content, padding, border, and margin; `box-sizing` affects the calculation.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300px-wide card with padding can overflow unless sizing accounts for padding.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Flexbox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Flexbox arranges items along one primary axis and distributes available space.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Place event date and Register button in one aligned card row.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05  / 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CSS layout and responsive design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Grid layout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CSS Grid defines rows and columns for two-dimensional layouts.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Display event cards in a three-column desktop grid that becomes one column on mobile.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Responsive design and media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Responsive design adapts layout to available space; media queries apply styles when conditions match.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At a narrow viewport, change the card grid from three columns to 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Animations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CSS animation can communicate state or draw attention, but should be restrained and respect reduced-motion preferences.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short confirmation fade-in is optional; the success message must remain understandable without motion.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06  / 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JavaScript fundamentals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Variables and data types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Use `const` for bindings that are not reassigned and `let` when reassignment is needed; values retain their types.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`const eventTitle = 'Design Jam'` names text displayed in the card.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Functions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Functions isolate behavior so it can be called, tested, and reused.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`showMessage(text)` updates the same status area after submit or validation.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Arrays and objects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Arrays hold lists and objects represent named fields; these structures model repeated page data.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Map an array of `{ id, title, venue }` objects into event cards.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07  / 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JavaScript fundamentals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DOM manipulation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The Document Object Model exposes a page as nodes that JavaScript can read and update.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Set a status element's `textContent` after a successful form submission.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Event handling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An event listener runs a function in response to user or browser activity.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Listen for the form's `submit` event rather than relying on a button click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Form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Validation checks user input before processing; browser validation improves UX, while the server must enforce important rules too.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`required` and `type='email'` catch obvious mistakes before sending a registration.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08  / 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PAIRED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Practice, then 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1 /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Build the accessible event card and registration form. Check valid/invalid submission, keyboard navigation, and two viewport widths.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the matching hands-on instructions in training/hands-on.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2 /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a normal case, a boundary case, and a failure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Write down what you observed; do not mark a feature complete from appearance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3 /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What decision did you make, and what evidence supports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short partner walkthrough reveals whether the idea is understood and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09  / 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RECALL AND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72768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 one minute: explain one concept, give a new example, and name one question you still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272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6F52"/>
                </a:solidFill>
                <a:latin typeface="Aptos"/>
              </a:rPr>
              <a:t>SAVE AS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11296"/>
            <a:ext cx="10195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716C"/>
                </a:solidFill>
                <a:latin typeface="Aptos"/>
              </a:rPr>
              <a:t>One working artifact  +  one test/check  +  one sentence describing your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983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1656C"/>
                </a:solidFill>
                <a:latin typeface="Aptos"/>
              </a:rPr>
              <a:t>Next step: revisit the paired demo or lab before moving to the next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10  / 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