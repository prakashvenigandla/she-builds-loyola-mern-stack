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09  /  24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Capstone Project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Teams choose a README project idea and deliver a demonstrable end-to-end slice.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Plan, build, test, deploy, and present a complete MVP that solves a defined user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Use the paired capstone studio checklist across all 24 hours. Hold mentor demos at problem, design, working-slice, verification, and release checkpoints.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Identify and scope a problem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Industry problem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Choose a specific, observable user problem rather than starting from a technology or a large feature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miss event deadlines because dates and registration links are scattered.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Requirement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Requirements describe user goals and constraints; acceptance criteria make expected behavior testable.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Given an open event, when a student registers, then they see a confirmation.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Identify and scope a problem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Scope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MVP is the smallest useful slice that can be completed and evaluated; defer lower-priority ideas explicitly.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Build browse/detail/register first; defer analytics and notifications.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Design thinking and user journeys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Understand users, map their steps and friction, prototype options, then use feedback to refine the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Sketch how a student discovers an event, checks seats, and confirms attendance.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Design the solution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User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user story states a goal from a user perspective; acceptance criteria define observable completion.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 a student, I can see the start time before registering so I can decide to attend.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Wireframing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wireframe lays out content and interaction before visual polish, exposing missing states 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Sketch list, no-results, event detail, form error, and confirmation states.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Design the solution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Architecture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Architecture assigns responsibilities and data flow to components/services while making risks and trade-offs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React owns presentation; Express enforces capacity; MongoDB persists registrations.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Database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Database design chooses fields, relationships, validation, and indexes based on domain rules and query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registration references an event and student; define uniqueness to prevent duplicate signup.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Build, test and release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Frontend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The frontend presents workflows, validates for usability, and reflects server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Disable duplicate submit while the registration request is pending.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Backend and database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Backend routes enforce business rules and persist data through a defined data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Check remaining capacity and write the registration as one server-side operation.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Authentication establishes user identity; include it only when the selected user workflow requires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Require login to view personal registrations, not just because the stack includes JWT.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Build, test and release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Functional testing and bug fixing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acceptance criteria and edge cases; fix reproducible defects and rerun the relevant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Verify full event, duplicate signup, unknown event, and normal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Performance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Measure a real bottleneck before optimizing; preserve correctness while improving the measured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Check API response time and payload size before adding a caching layer.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Production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production deployment configures services, secrets, and network access, then verifies the live user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Open the deployed site and complete a test registration using fictional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Work as a team and present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Sprint-based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sprint is a short planning and feedback cycle with a goal, visible work, and review; it is not a promise of fixed 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Commit to a working registration slice by the next mentor checkpoint.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Peer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Code review checks correctness, clarity, risk, and tests while sharing context across the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Reviewer asks how the capacity check prevents concurrent overbooking.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Technical demonstration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demo shows a real user workflow and its observable result, including meaningful failure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Show an attendee registering, then show the full-event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Work as a team and present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Project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Documentation helps someone understand purpose, setup, architecture, verification, and known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README includes prerequisites, environment variable names, run steps, and test command.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Presentation and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concise presentation connects user need to design, implementation, evidence, trade-offs, and next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Each member explains their contribution and one decision they would revisit.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Use the paired capstone studio checklist across all 24 hours. Hold mentor demos at problem, design, working-slice, verification, and release checkpoints.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