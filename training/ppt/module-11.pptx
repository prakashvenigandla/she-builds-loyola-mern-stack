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13232"/>
            <a:ext cx="109728" cy="5257800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932688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0D6C9"/>
                </a:solidFill>
                <a:latin typeface="Aptos"/>
              </a:rPr>
              <a:t>MODULE 11  /  10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17904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Advanced AI-Assisted Software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218688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DAE7E5"/>
                </a:solidFill>
                <a:latin typeface="Aptos"/>
              </a:rPr>
              <a:t>A practical MERN course for engineering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096512"/>
            <a:ext cx="98755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BUILD THREAD   Use an approved AI assistant on a small feature, then review and test its proposal before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80644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FC6C5"/>
                </a:solidFill>
                <a:latin typeface="Aptos"/>
              </a:rPr>
              <a:t>Explain it  /  demonstrate it  /  build it  /  verify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LEARNING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By the end of this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Design a bounded AI workflow and validate outputs for correctness, security, privacy, and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Students should explain the concept in their own words, not just repeat a definition.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SEE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Follow the concept through the Campus Event Desk example.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The running scenario keeps technical ideas connected to a user and a real workflow.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BUILD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Create the AI Engineering Playbook: reusable prompt, bounded workflow, governance checklist, validation record, and a quality-aware productivity metric.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The paired lab is the evidence of learning; the deck supports it rather than replacing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02  / 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AI-native engineering and collaboration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Developer productivity evolution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Tooling shifts effort over time; AI can accelerate some tasks but still creates review and integration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Compare time to a tested event filter, not lines of code generated.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AI-native teams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AI-native teams intentionally define where tools help, who reviews output, and how knowledge is retained.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Agree that generated code needs a human owner and CI checks before merge.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Human-AI collaboration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Humans set goals, constraints, and accountability; models generate suggestions that require verification.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Ask AI for alternative event data models, then check each against required queries.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03  / 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AI-native engineering and collaboration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AI-augmented SDLC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AI may assist requirements, design, coding, testing, or documentation while people remain responsible for decisions and releases.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Generate test ideas, select relevant cases, implement and run them yourself.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Future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AI capabilities and limitations change quickly; durable skills include domain understanding, evaluation, security, and communication.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Reassess a tool against the course's privacy rules before adopting a new feature.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04  / 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Prompt and context engineering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Structured prompt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useful prompt states task, audience, verified context, constraints, output format, and how success will be checked.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Ask for two API options, list assumptions, and include tests for full and open events.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Context window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model can only use the context available within its limits; prioritize relevant facts and summarize with provenance.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Provide the event schema and route contract instead of an unrelated full repository dump.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Knowledge grounding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Grounding supplies trusted source material and asks the model to distinguish evidence from assumptions.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Ask it to cite the supplied API contract for each generated field.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05  / 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Prompt and context engineering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Retrieval-augmented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Retrieval finds relevant approved documents for a prompt; retrieved text still needs relevance and permission checks.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Retrieve the current project README and route specification before proposing a change.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Reusable prompt frameworks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prompt framework standardizes inputs and review outputs while leaving room for task-specific context.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Template: goal, files/context, constraints, output, assumptions, tests, risk review.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06  / 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Agents and bounded workflows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AI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An agent uses a model with tools and a loop to pursue a goal; tool access increases both capability and risk.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read-only agent can summarize API routes without permission to change files.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Task planning and delegation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Break work into bounded tasks with explicit inputs, outputs, dependencies, owners, and stop conditions.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One role drafts acceptance criteria; another reviews privacy; a person approves implementation.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07  / 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Agents and bounded workflows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Multi-agent collaboration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Multiple agents can divide work but may duplicate assumptions or pass errors downstream; reconcile outputs centrally.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Compare two architecture reviews against the same requirements before accepting either.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Human-in-the-loop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human approval gate is required before consequential actions such as changing protected data, credentials, or deployment.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Require a person to inspect a patch and tests before merge or release.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08  / 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AI for architecture and system design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Requirement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AI can draft questions and acceptance criteria from supplied needs; stakeholders must confirm meaning and priority.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Ask what “event is available” means when capacity reaches zero.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User story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AI can suggest story variants; teams verify that stories represent actual users and are testable.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Review whether “organizer can edit event” names the permission and success condition.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Architecture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AI can surface possible risks and trade-offs but cannot know unstated constraints or guarantee correctness.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Compare an embedded registration list with a separate collection against scale and query needs.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09  / 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AI for architecture and system design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Pattern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Patterns are context-dependent options, not prescriptions; assess operational and maintenance costs.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Do not add a message queue for a small synchronous signup without a demonstrated need.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Technical decision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Use AI to enumerate options and questions; record the human decision, evidence, and unresolved uncertainty.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Choose token expiry based on threat model and product needs, not a model's unsupported default.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10  / 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Governance, quality and adoption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Risk management and hallucinations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AI risk review considers impact, likelihood, uncertainty, data exposure, and ways to detect unsupported claims.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Verify a claimed library method against official docs before shipping generated code.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Secure and responsible AI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Do not share secrets or private data with unapproved tools; check bias, privacy, licensing, and intended 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Use fictional event records in a prompt, never real attendee email addresses.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Output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Validate generated artifacts with tests, source checks, threat review, and human domain judgment.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Run a test proving an attendee cannot edit another person's registration.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11  / 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Governance, quality and adoption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Enterprise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Adoption needs approved tools, training, policy, support, and feedback loops aligned with organizational risk.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Pilot an assistant on documentation before enabling repository write access.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Workflow standardization and knowledge repositories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Shared playbooks and prompt libraries preserve approved practices and should be versioned and reviewed.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Store a reviewed API-test prompt with its expected output and limitations.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Measure AI return on investment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Measure time to verified outcome alongside quality, rework, defects, risk, and learning; compare equivalent tasks.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Track review time and escaped defects before and after assistance, not token count.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12  / 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PAIRED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Practice, then 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1 /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Create the AI Engineering Playbook: reusable prompt, bounded workflow, governance checklist, validation record, and a quality-aware productivity metric.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Use the matching hands-on instructions in training/hands-on.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2 /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Test a normal case, a boundary case, and a failure case.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Write down what you observed; do not mark a feature complete from appearance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3 / 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What decision did you make, and what evidence supports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short partner walkthrough reveals whether the idea is understood and working.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13  / 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RECALL AND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Exit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72768"/>
            <a:ext cx="10241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In one minute: explain one concept, give a new example, and name one question you still have.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12724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6F52"/>
                </a:solidFill>
                <a:latin typeface="Aptos"/>
              </a:rPr>
              <a:t>SAVE AS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511296"/>
            <a:ext cx="101955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0716C"/>
                </a:solidFill>
                <a:latin typeface="Aptos"/>
              </a:rPr>
              <a:t>One working artifact  +  one test/check  +  one sentence describing your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98348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1656C"/>
                </a:solidFill>
                <a:latin typeface="Aptos"/>
              </a:rPr>
              <a:t>Next step: revisit the paired demo or lab before moving to the next module.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14  /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